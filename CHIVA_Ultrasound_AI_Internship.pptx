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🏥 CHIVA Ultrasound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t>Internship Roadmap &amp;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🎯 Three Core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 1: LLM + RAG for Shunt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Classify shunt types based on escape/re-entry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Ground decisions in CHIVA hemodynamic literature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Generate structured clinical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 2: LLM + VLM for Active Scanning Guidance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Real-time probe positioning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Protocol adherence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Dynamic context from session findings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 3: Vision-based Vein Identification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Real-time vein detection and segmentation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Temporal consistency across frames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Low-latency processing (&lt;33ms per frame)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📊 Task 1: LLM + RAG for Shunt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Goal: Automated shunt type identification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we're building: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Classify shunt types from anatomical findings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Ground decisions in CHIVA hemodynamic literature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Generate structured clinical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Minimize hallucination through RAG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Benchmark classification against labeled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Explore fine-tuning strategies if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🛠 Task 1: Approach &amp; First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1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LLM Integration: GPT-4/Claude for zero-shot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RAG Pipeline: CHIVA literature + hemodynamic rules as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Structured Output: JSON schema for consistent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Prompt Engineering: Multi-shot examples + chain-of-thought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2 (if needed):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Fine-tuning on labeled CHIVA case studies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Domain adaptation using medical literature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Retrieval optimization with semantic chunking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 Stack: OpenAI API, LangChain, FAISS, ChromaDB, Pydantic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🚀 Task 1: Potential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Accuracy Enhancement: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Ensemble multiple LLMs • Confidence scoring • Uncertainty quantification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Latency Optimization: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Model distillation • Local model deployment • Caching strategies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Clinical Integration: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Clinician feedback loops • HIPAA-compliant handling • Audit logging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Robustness: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Adversarial testing • Edge case handling • Graceful degradation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🧭 Task 2: Active Scanning Guidance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Goal: Real-time AI co-pilot for ultrasound operators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we're building: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Suggest next probe positions based on protocol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Validate scanning protocol adherence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Update guidance using real-time session findings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Maintain low latency (&lt;500ms target)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Learn from captured findings to improve guidance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Benchmark Vision Language Models for ultrasound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🛠 Task 2: Approach &amp; First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1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LLM Agent: Few-shot prompting with protocol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Context Management: Session state + captured findings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Spatial Reasoning: Rule-based probe guidance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VLM Survey: Benchmark Vision Transformers for ultrasound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2 (if needed):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VLM fine-tuning on medical textbook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Multi-modal fusion of image + protocol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Latency-optimized model serving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 Stack: LangChain Agents, CLIP, Redis, FastAPI, vLLM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🚀 Task 2: Potential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Real-Time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Edge inference • Model quantization • Batch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Multi-Modal Integration: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Image feature extraction • Sensor fusion • Temporal 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Operator Experience: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Confidence-ranked suggestions • Dismissible recommendations • Preference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Assurance: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Protocol coverage metrics • Scanning quality scoring • Skill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🩸 Task 3: Vein Identification &amp;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Goal: Automated vision-based vein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we're building: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Real-time vein detection in ultrasound streams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Precise vein segmentation and boundary marking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Spatial localization in probe coordinates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Low-latency processing (&lt;33ms for 30fps)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Temporal consistency across video frames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Domain adaptation for robust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🛠 Task 3: Approach &amp; First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1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Foundation: Segment Anything Model (SAM) for zero-shot segmentation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Detection: Blob detection + morphological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Enhancement: Edge detection + texture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Post-processing: Temporal smoothing for 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2 (if needed):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Fine-tune YOLOv8 on labeled ultrasound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Domain adaptation using BUSI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Real-time optical flow for temporal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 Stack: SAM (Meta), OpenCV, PyTorch, YOLO v8, scipy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🚀 Task 3: Potential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Detection Accuracy: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Fine-tune on ultrasound datasets • Hard example mining • Attention mechanisms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 &amp; Efficiency: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Model distillation • ONNX optimization • GPU acceleration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Temporal Coherence: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Optical flow integration • Kalman filtering • Tracking algorithms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Robustness: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Probe angle adaptation • Imaging artifact handling • Multi-scale 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📅 Weekly Plan: Weeks 1-2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 1: Foundation &amp;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Project setup &amp; environment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Literature review: CHIVA guidelines &amp; hemodynamics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RAG pipeline scaffolding with LangChain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Benchmark VLM models (CLIP, DINOv2, LLaVA)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Review existing vein detection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 2: Task 1 Foundation (Shunt Classification)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Implement zero-shot LLM classification with GPT-4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Create CHIVA literature embedding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Design JSON schema for classification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Implement Pydantic models for structured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Build initial prompt templates with chain-of-thought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📅 Weekly Plan: Weeks 3-4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 3: Task 1 RAG &amp; Task 2 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Integrate RAG pipeline with FAISS/ChromaDB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Test shunt classification on labeled case studies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Implement clinical report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Start LLM Agent design for guidance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Design protocol rule-based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 4: Task 2 &amp; Task 3 Enhancement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Implement real-time guidance LLM agent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Integrate session state management (Redis)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Optimize vein detection for speed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Add temporal smoothing for vein segmentation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Performance profiling &amp; latency benchmarking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📅 Weekly Plan: Weeks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 5: Integration &amp;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Integrate all three tasks into unified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End-to-end testing with real ultrasound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Benchmark classification accuracy on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Evaluate guidance quality and adherence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Profile latency across all components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 6: Optimization &amp;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Fine-tuning experiments if performance gaps exist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Model distillation for inference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Comprehensive documentation &amp; API specs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Deployment readiness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Technical presentation &amp; findings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📈 Success Metrics &amp;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 1: Shunt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Classification Accuracy: ≥85% on labeled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Hallucination Rate: &lt;5% with RAG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Latency: &lt;2 seconds per case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Report Quality: Clinician review score ≥4/5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 2: Scanning Guidance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Protocol Adherence: ≥80%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Latency: &lt;500ms per recommendation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Operator Acceptance: ≥70% useful suggestions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Task 3: Vein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Detection Sensitivity: ≥90%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Segmentation IoU: ≥0.70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Real-time: ≥30fps (≤33ms/frame)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🚀 Deployment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Deployment Options: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Cloud-First: OpenAI API for LLMs, CloudGPU for VLM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Hybrid: Local serving for latency-critical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Edge: On-device inference using ONNX/TensorRT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Hardware Requirements: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GPU: NVIDIA T4/RTX 3060+ (8GB+ VRAM)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CPU: 8-core Intel/AMD processor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RAM: 16GB minimum, 32GB recommended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Storage: 50GB SSD for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Compliance &amp; Security: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HIPAA-compliant data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Audit logging for all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Model explainability (SHAP/attention)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⚠️ Risk Mitigation &amp; Contingencies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LLM Hallucination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Mitigation: RAG pipeline, prompt engineering, confidence thresholding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High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Mitigation: Optimization, local inference, caching, early exit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Low Classification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Mitigation: Fine-tuning, domain adaptation, ensemble methods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Vein Detection Failure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Mitigation: Multi-model ensemble, fallback to classical CV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🔧 Technology Stack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AI/ML Frameworks: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LLMs: OpenAI GPT-4, Anthropic Claude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VLMs: CLIP, LLaVA, DINOv2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Frameworks: PyTorch, TensorFlow • RAG: LangChain, ChromaDB, FAISS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Backend &amp; Infrastructure: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API: FastAPI • Database: PostgreSQL, Redis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Serving: vLLM, TensorRT, ONNX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Deployment: Docker, Kubernetes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Development &amp; Monitoring: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Testing: pytest • Monitoring: Prometheus, Grafana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Version Control: Git, GitHub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✅ End-of-Internship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&amp; Systems: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Working prototype with all three tasks integrated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Production-ready API with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Fine-tuning playbook for future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Comprehensive technical documentation &amp; API specs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Deployment guide &amp; infrastructure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Clinical validation results &amp; case studies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Performance benchmarks &amp; evaluation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✓ Open-source code repository with examples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🚀 Immediate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Week: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1. Literature review &amp; knowledge base compilation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2. Environment setup &amp; dependency installation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3. Initial RAG pipeline scaffolding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4. VLM benchmark design &amp; experimentation plan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5. Kick-off meeting with team for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Next Week: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Complete Week 1 deliverables from plan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Setup all required data sources and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Create baseline models for benchmarking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❓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t>Let's build the future of ultrasound AI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